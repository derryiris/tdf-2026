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91"/>
    <p:restoredTop sz="94664"/>
  </p:normalViewPr>
  <p:slideViewPr>
    <p:cSldViewPr snapToGrid="0">
      <p:cViewPr>
        <p:scale>
          <a:sx n="124" d="100"/>
          <a:sy n="124" d="100"/>
        </p:scale>
        <p:origin x="1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1E909-C025-B949-95CA-7C30CB8FA734}" type="datetimeFigureOut">
              <a:rPr lang="en-US" smtClean="0"/>
              <a:t>7/21/25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31AAA-BBFA-9547-A3C2-847FC41CB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28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31AAA-BBFA-9547-A3C2-847FC41CB0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66A6-57C2-7CEE-4AAB-773CBBFC3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F0E11-AF40-61EB-4313-CEC5899A3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AFAB7-688F-0427-C1F3-9FDDAE3D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2D905-45F6-7B12-B3A1-A4336EE6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17277-1FD5-2072-0C11-5E06265B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8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DB7E-7763-D81A-E655-44A39A6E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B0271-143C-E0C3-D5C0-52CB0E323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7F50F-226A-9E17-A81E-8624482AC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A9317-057A-E7CF-82C5-91D49882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34FF8-33FB-06FA-EF38-C9CE8E33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3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12EB-9A04-8D04-E3A5-237C57F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E7C02-4519-4B66-F08D-D801AC24C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D4737-D3BE-A1EB-1676-0675475B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22C6F-7C74-F5FA-13E0-7D1DEFF8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D19FB-A57D-4DD2-90F2-DB2E71DC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84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7905-94F0-74B7-9F93-8CD91C9E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DBA0F-77E7-A55F-B640-CDC182916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04831-DCA7-1A23-A76A-E2D979215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A9213-CDCA-E96F-565D-D715B16E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21B07-77CE-2556-B8CD-30034E38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29D71-CE28-D278-DD49-511CD475C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6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549E1-D07E-99E4-317B-5B86A17D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8D496-2F8E-5655-8D10-DCF0653D5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FC91E-E628-69E7-AED2-43ADC8DF0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E3AAA-3BA2-0B5C-53AC-F13B60E28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A62C2-C3B8-7F3B-1C62-8C82FEEE7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17B872-F75A-09DD-7A5A-A0C2ED70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08D46-1FE2-AE2A-B646-03FF564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CA67A-8C50-E991-8981-A5324BCD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5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91B7-4558-84D7-E51F-E73A8E6A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AAF18-19D1-E812-D651-6A58C1CA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16771-4BE6-853A-3BA1-930796CF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6E5F6-B757-3CED-8BB2-E5133762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9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202DA-126E-6642-D789-244AA081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6DD13-455F-3F79-926F-91D02AD35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3B795-4C70-23E7-B79A-7AFC6F44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5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A388-85CE-0255-F75C-EABB45AFD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F918-E02C-85BF-A462-ABCEA795D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A4630-E100-5152-28A6-207A686F9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6A299-E223-DD7D-5E93-7ABA2EE6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D5618-9996-44C2-8A56-F154D607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2F6D8-F834-DD26-7F78-622E7310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1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4ED0E-1B1E-3040-729D-EAACED90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DF5830-2272-778B-41B9-F7E138A50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8BF40-8FD9-A22A-AF24-61B3C2050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BD559-FB33-E80F-42BC-BFE7FA19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1408E-B6A8-2445-5919-903703C3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16603-324B-A89F-EFD1-820651F2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5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0D19-902B-F27F-1311-D502F09F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F8765-96F4-93DD-FFD7-402524FCA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A3B18-D292-8F12-CC30-6FCC34C73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95A8A-4714-6272-E7D7-E934B246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DD28B-D382-46B2-170B-061E61ED9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41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1E23E-3F80-67D2-0BC0-82538EAE6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6EA9A-76EF-D761-BDFD-43B5399E0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EEEDF-74F8-2D38-FDC4-34008519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0960D-DD1B-595F-5309-EA554180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7E58A-4D5E-7383-783C-C0C9D036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7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53BFA-D692-8046-6871-4A639331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1173A-289F-A5AB-C1B8-A9A9710E2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CA97E-2517-1BCA-4842-572DAD77B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85AB9-1885-B649-A115-3FA1594A158D}" type="datetimeFigureOut">
              <a:rPr lang="en-US" smtClean="0"/>
              <a:t>7/21/25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0868B-8687-5F15-160C-A00EAFA79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4A924-8C2F-411A-6125-73E1824B1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C2DA3-3866-CE4B-9B34-67055470E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8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5B0BBB61-CD43-A3D3-C6DD-B5C968E20D39}"/>
              </a:ext>
            </a:extLst>
          </p:cNvPr>
          <p:cNvGrpSpPr/>
          <p:nvPr/>
        </p:nvGrpSpPr>
        <p:grpSpPr>
          <a:xfrm>
            <a:off x="3887840" y="2282504"/>
            <a:ext cx="4176337" cy="2292992"/>
            <a:chOff x="4238875" y="2184400"/>
            <a:chExt cx="4176337" cy="2292992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CAAA73A-5817-8983-2050-22AD4906545A}"/>
                </a:ext>
              </a:extLst>
            </p:cNvPr>
            <p:cNvCxnSpPr/>
            <p:nvPr/>
          </p:nvCxnSpPr>
          <p:spPr>
            <a:xfrm flipH="1">
              <a:off x="6245225" y="2673350"/>
              <a:ext cx="984250" cy="1047750"/>
            </a:xfrm>
            <a:prstGeom prst="line">
              <a:avLst/>
            </a:prstGeom>
            <a:ln w="1270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4ED9EFD-524A-4859-30DC-53C278DC4B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5800" y="2489200"/>
              <a:ext cx="1406525" cy="454025"/>
            </a:xfrm>
            <a:prstGeom prst="line">
              <a:avLst/>
            </a:prstGeom>
            <a:ln w="1270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DE25328-36D3-C70D-E9E4-4DEB08E23AD1}"/>
                </a:ext>
              </a:extLst>
            </p:cNvPr>
            <p:cNvCxnSpPr>
              <a:cxnSpLocks/>
            </p:cNvCxnSpPr>
            <p:nvPr/>
          </p:nvCxnSpPr>
          <p:spPr>
            <a:xfrm>
              <a:off x="5613400" y="2339975"/>
              <a:ext cx="415925" cy="1346200"/>
            </a:xfrm>
            <a:prstGeom prst="line">
              <a:avLst/>
            </a:prstGeom>
            <a:ln w="1270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B112726-CE90-4BEB-268F-8F87EB5D85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000" y="2943225"/>
              <a:ext cx="812800" cy="817562"/>
            </a:xfrm>
            <a:prstGeom prst="line">
              <a:avLst/>
            </a:prstGeom>
            <a:ln w="1270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78E26B4-D96C-2750-1E9F-6BEBD92B24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3000" y="3774433"/>
              <a:ext cx="955675" cy="90488"/>
            </a:xfrm>
            <a:prstGeom prst="line">
              <a:avLst/>
            </a:prstGeom>
            <a:ln w="1270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B2198B5-AACF-D3A2-80F9-962D0E1DBA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7075" y="2300288"/>
              <a:ext cx="649538" cy="1460499"/>
            </a:xfrm>
            <a:prstGeom prst="line">
              <a:avLst/>
            </a:prstGeom>
            <a:ln w="1270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48AD25E-D194-A5BD-61AD-C362775D6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9925" y="2184400"/>
              <a:ext cx="404812" cy="115888"/>
            </a:xfrm>
            <a:prstGeom prst="line">
              <a:avLst/>
            </a:prstGeom>
            <a:ln w="1270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1EA3CD1-F1BC-9AC7-60D2-A0C7B58BF5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8875" y="3064767"/>
              <a:ext cx="1412625" cy="1412625"/>
            </a:xfrm>
            <a:prstGeom prst="ellipse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9BF6415-FD4E-7EF9-B96A-8829794A46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2587" y="3054474"/>
              <a:ext cx="1412625" cy="1412625"/>
            </a:xfrm>
            <a:prstGeom prst="ellipse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3960DDA-F251-70D0-74F1-D68BFBB230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9474" y="3660632"/>
              <a:ext cx="415925" cy="415925"/>
            </a:xfrm>
            <a:prstGeom prst="ellipse">
              <a:avLst/>
            </a:pr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945F718-A40A-59D6-800A-521822BEA02B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63307" y="3717604"/>
              <a:ext cx="122237" cy="12223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F819928-B7D5-F535-B2F1-63A53AD02459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665494" y="3717604"/>
              <a:ext cx="122237" cy="12223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8773E24-B82F-D247-8539-F12F93C4A1EE}"/>
                </a:ext>
              </a:extLst>
            </p:cNvPr>
            <p:cNvSpPr/>
            <p:nvPr/>
          </p:nvSpPr>
          <p:spPr>
            <a:xfrm>
              <a:off x="5305425" y="2276415"/>
              <a:ext cx="688975" cy="130235"/>
            </a:xfrm>
            <a:custGeom>
              <a:avLst/>
              <a:gdLst>
                <a:gd name="connsiteX0" fmla="*/ 41275 w 688975"/>
                <a:gd name="connsiteY0" fmla="*/ 60 h 130235"/>
                <a:gd name="connsiteX1" fmla="*/ 63500 w 688975"/>
                <a:gd name="connsiteY1" fmla="*/ 3235 h 130235"/>
                <a:gd name="connsiteX2" fmla="*/ 136525 w 688975"/>
                <a:gd name="connsiteY2" fmla="*/ 9585 h 130235"/>
                <a:gd name="connsiteX3" fmla="*/ 155575 w 688975"/>
                <a:gd name="connsiteY3" fmla="*/ 19110 h 130235"/>
                <a:gd name="connsiteX4" fmla="*/ 174625 w 688975"/>
                <a:gd name="connsiteY4" fmla="*/ 25460 h 130235"/>
                <a:gd name="connsiteX5" fmla="*/ 276225 w 688975"/>
                <a:gd name="connsiteY5" fmla="*/ 22285 h 130235"/>
                <a:gd name="connsiteX6" fmla="*/ 288925 w 688975"/>
                <a:gd name="connsiteY6" fmla="*/ 19110 h 130235"/>
                <a:gd name="connsiteX7" fmla="*/ 485775 w 688975"/>
                <a:gd name="connsiteY7" fmla="*/ 15935 h 130235"/>
                <a:gd name="connsiteX8" fmla="*/ 520700 w 688975"/>
                <a:gd name="connsiteY8" fmla="*/ 12760 h 130235"/>
                <a:gd name="connsiteX9" fmla="*/ 552450 w 688975"/>
                <a:gd name="connsiteY9" fmla="*/ 6410 h 130235"/>
                <a:gd name="connsiteX10" fmla="*/ 622300 w 688975"/>
                <a:gd name="connsiteY10" fmla="*/ 9585 h 130235"/>
                <a:gd name="connsiteX11" fmla="*/ 650875 w 688975"/>
                <a:gd name="connsiteY11" fmla="*/ 19110 h 130235"/>
                <a:gd name="connsiteX12" fmla="*/ 679450 w 688975"/>
                <a:gd name="connsiteY12" fmla="*/ 25460 h 130235"/>
                <a:gd name="connsiteX13" fmla="*/ 688975 w 688975"/>
                <a:gd name="connsiteY13" fmla="*/ 44510 h 130235"/>
                <a:gd name="connsiteX14" fmla="*/ 682625 w 688975"/>
                <a:gd name="connsiteY14" fmla="*/ 88960 h 130235"/>
                <a:gd name="connsiteX15" fmla="*/ 676275 w 688975"/>
                <a:gd name="connsiteY15" fmla="*/ 98485 h 130235"/>
                <a:gd name="connsiteX16" fmla="*/ 647700 w 688975"/>
                <a:gd name="connsiteY16" fmla="*/ 111185 h 130235"/>
                <a:gd name="connsiteX17" fmla="*/ 631825 w 688975"/>
                <a:gd name="connsiteY17" fmla="*/ 114360 h 130235"/>
                <a:gd name="connsiteX18" fmla="*/ 542925 w 688975"/>
                <a:gd name="connsiteY18" fmla="*/ 117535 h 130235"/>
                <a:gd name="connsiteX19" fmla="*/ 517525 w 688975"/>
                <a:gd name="connsiteY19" fmla="*/ 114360 h 130235"/>
                <a:gd name="connsiteX20" fmla="*/ 504825 w 688975"/>
                <a:gd name="connsiteY20" fmla="*/ 111185 h 130235"/>
                <a:gd name="connsiteX21" fmla="*/ 469900 w 688975"/>
                <a:gd name="connsiteY21" fmla="*/ 108010 h 130235"/>
                <a:gd name="connsiteX22" fmla="*/ 441325 w 688975"/>
                <a:gd name="connsiteY22" fmla="*/ 104835 h 130235"/>
                <a:gd name="connsiteX23" fmla="*/ 396875 w 688975"/>
                <a:gd name="connsiteY23" fmla="*/ 108010 h 130235"/>
                <a:gd name="connsiteX24" fmla="*/ 384175 w 688975"/>
                <a:gd name="connsiteY24" fmla="*/ 127060 h 130235"/>
                <a:gd name="connsiteX25" fmla="*/ 374650 w 688975"/>
                <a:gd name="connsiteY25" fmla="*/ 130235 h 130235"/>
                <a:gd name="connsiteX26" fmla="*/ 295275 w 688975"/>
                <a:gd name="connsiteY26" fmla="*/ 123885 h 130235"/>
                <a:gd name="connsiteX27" fmla="*/ 260350 w 688975"/>
                <a:gd name="connsiteY27" fmla="*/ 114360 h 130235"/>
                <a:gd name="connsiteX28" fmla="*/ 250825 w 688975"/>
                <a:gd name="connsiteY28" fmla="*/ 108010 h 130235"/>
                <a:gd name="connsiteX29" fmla="*/ 139700 w 688975"/>
                <a:gd name="connsiteY29" fmla="*/ 111185 h 130235"/>
                <a:gd name="connsiteX30" fmla="*/ 107950 w 688975"/>
                <a:gd name="connsiteY30" fmla="*/ 114360 h 130235"/>
                <a:gd name="connsiteX31" fmla="*/ 57150 w 688975"/>
                <a:gd name="connsiteY31" fmla="*/ 111185 h 130235"/>
                <a:gd name="connsiteX32" fmla="*/ 28575 w 688975"/>
                <a:gd name="connsiteY32" fmla="*/ 101660 h 130235"/>
                <a:gd name="connsiteX33" fmla="*/ 19050 w 688975"/>
                <a:gd name="connsiteY33" fmla="*/ 98485 h 130235"/>
                <a:gd name="connsiteX34" fmla="*/ 9525 w 688975"/>
                <a:gd name="connsiteY34" fmla="*/ 92135 h 130235"/>
                <a:gd name="connsiteX35" fmla="*/ 3175 w 688975"/>
                <a:gd name="connsiteY35" fmla="*/ 73085 h 130235"/>
                <a:gd name="connsiteX36" fmla="*/ 0 w 688975"/>
                <a:gd name="connsiteY36" fmla="*/ 63560 h 130235"/>
                <a:gd name="connsiteX37" fmla="*/ 3175 w 688975"/>
                <a:gd name="connsiteY37" fmla="*/ 44510 h 130235"/>
                <a:gd name="connsiteX38" fmla="*/ 12700 w 688975"/>
                <a:gd name="connsiteY38" fmla="*/ 22285 h 130235"/>
                <a:gd name="connsiteX39" fmla="*/ 22225 w 688975"/>
                <a:gd name="connsiteY39" fmla="*/ 15935 h 130235"/>
                <a:gd name="connsiteX40" fmla="*/ 31750 w 688975"/>
                <a:gd name="connsiteY40" fmla="*/ 6410 h 130235"/>
                <a:gd name="connsiteX41" fmla="*/ 41275 w 688975"/>
                <a:gd name="connsiteY41" fmla="*/ 60 h 13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88975" h="130235">
                  <a:moveTo>
                    <a:pt x="41275" y="60"/>
                  </a:moveTo>
                  <a:cubicBezTo>
                    <a:pt x="46567" y="-469"/>
                    <a:pt x="56040" y="2638"/>
                    <a:pt x="63500" y="3235"/>
                  </a:cubicBezTo>
                  <a:cubicBezTo>
                    <a:pt x="99068" y="6080"/>
                    <a:pt x="109569" y="2846"/>
                    <a:pt x="136525" y="9585"/>
                  </a:cubicBezTo>
                  <a:cubicBezTo>
                    <a:pt x="156375" y="14548"/>
                    <a:pt x="135620" y="10241"/>
                    <a:pt x="155575" y="19110"/>
                  </a:cubicBezTo>
                  <a:cubicBezTo>
                    <a:pt x="161692" y="21828"/>
                    <a:pt x="174625" y="25460"/>
                    <a:pt x="174625" y="25460"/>
                  </a:cubicBezTo>
                  <a:cubicBezTo>
                    <a:pt x="208492" y="24402"/>
                    <a:pt x="242394" y="24165"/>
                    <a:pt x="276225" y="22285"/>
                  </a:cubicBezTo>
                  <a:cubicBezTo>
                    <a:pt x="280582" y="22043"/>
                    <a:pt x="284563" y="19242"/>
                    <a:pt x="288925" y="19110"/>
                  </a:cubicBezTo>
                  <a:cubicBezTo>
                    <a:pt x="354520" y="17122"/>
                    <a:pt x="420158" y="16993"/>
                    <a:pt x="485775" y="15935"/>
                  </a:cubicBezTo>
                  <a:cubicBezTo>
                    <a:pt x="497417" y="14877"/>
                    <a:pt x="509128" y="14413"/>
                    <a:pt x="520700" y="12760"/>
                  </a:cubicBezTo>
                  <a:cubicBezTo>
                    <a:pt x="531384" y="11234"/>
                    <a:pt x="552450" y="6410"/>
                    <a:pt x="552450" y="6410"/>
                  </a:cubicBezTo>
                  <a:cubicBezTo>
                    <a:pt x="575733" y="7468"/>
                    <a:pt x="599125" y="7102"/>
                    <a:pt x="622300" y="9585"/>
                  </a:cubicBezTo>
                  <a:cubicBezTo>
                    <a:pt x="648970" y="12442"/>
                    <a:pt x="632778" y="16094"/>
                    <a:pt x="650875" y="19110"/>
                  </a:cubicBezTo>
                  <a:cubicBezTo>
                    <a:pt x="673226" y="22835"/>
                    <a:pt x="663818" y="20249"/>
                    <a:pt x="679450" y="25460"/>
                  </a:cubicBezTo>
                  <a:cubicBezTo>
                    <a:pt x="682661" y="30276"/>
                    <a:pt x="688975" y="37937"/>
                    <a:pt x="688975" y="44510"/>
                  </a:cubicBezTo>
                  <a:cubicBezTo>
                    <a:pt x="688975" y="51811"/>
                    <a:pt x="688501" y="77208"/>
                    <a:pt x="682625" y="88960"/>
                  </a:cubicBezTo>
                  <a:cubicBezTo>
                    <a:pt x="680918" y="92373"/>
                    <a:pt x="678973" y="95787"/>
                    <a:pt x="676275" y="98485"/>
                  </a:cubicBezTo>
                  <a:cubicBezTo>
                    <a:pt x="669624" y="105136"/>
                    <a:pt x="655560" y="109613"/>
                    <a:pt x="647700" y="111185"/>
                  </a:cubicBezTo>
                  <a:cubicBezTo>
                    <a:pt x="642408" y="112243"/>
                    <a:pt x="637212" y="114034"/>
                    <a:pt x="631825" y="114360"/>
                  </a:cubicBezTo>
                  <a:cubicBezTo>
                    <a:pt x="602227" y="116154"/>
                    <a:pt x="572558" y="116477"/>
                    <a:pt x="542925" y="117535"/>
                  </a:cubicBezTo>
                  <a:cubicBezTo>
                    <a:pt x="534458" y="116477"/>
                    <a:pt x="525941" y="115763"/>
                    <a:pt x="517525" y="114360"/>
                  </a:cubicBezTo>
                  <a:cubicBezTo>
                    <a:pt x="513221" y="113643"/>
                    <a:pt x="509150" y="111762"/>
                    <a:pt x="504825" y="111185"/>
                  </a:cubicBezTo>
                  <a:cubicBezTo>
                    <a:pt x="493238" y="109640"/>
                    <a:pt x="481532" y="109173"/>
                    <a:pt x="469900" y="108010"/>
                  </a:cubicBezTo>
                  <a:cubicBezTo>
                    <a:pt x="460364" y="107056"/>
                    <a:pt x="450850" y="105893"/>
                    <a:pt x="441325" y="104835"/>
                  </a:cubicBezTo>
                  <a:lnTo>
                    <a:pt x="396875" y="108010"/>
                  </a:lnTo>
                  <a:cubicBezTo>
                    <a:pt x="389762" y="110776"/>
                    <a:pt x="391415" y="124647"/>
                    <a:pt x="384175" y="127060"/>
                  </a:cubicBezTo>
                  <a:lnTo>
                    <a:pt x="374650" y="130235"/>
                  </a:lnTo>
                  <a:cubicBezTo>
                    <a:pt x="341853" y="119303"/>
                    <a:pt x="376548" y="129905"/>
                    <a:pt x="295275" y="123885"/>
                  </a:cubicBezTo>
                  <a:cubicBezTo>
                    <a:pt x="288566" y="123388"/>
                    <a:pt x="265010" y="117467"/>
                    <a:pt x="260350" y="114360"/>
                  </a:cubicBezTo>
                  <a:lnTo>
                    <a:pt x="250825" y="108010"/>
                  </a:lnTo>
                  <a:lnTo>
                    <a:pt x="139700" y="111185"/>
                  </a:lnTo>
                  <a:cubicBezTo>
                    <a:pt x="129074" y="111657"/>
                    <a:pt x="118586" y="114360"/>
                    <a:pt x="107950" y="114360"/>
                  </a:cubicBezTo>
                  <a:cubicBezTo>
                    <a:pt x="90984" y="114360"/>
                    <a:pt x="74083" y="112243"/>
                    <a:pt x="57150" y="111185"/>
                  </a:cubicBezTo>
                  <a:lnTo>
                    <a:pt x="28575" y="101660"/>
                  </a:lnTo>
                  <a:cubicBezTo>
                    <a:pt x="25400" y="100602"/>
                    <a:pt x="21835" y="100341"/>
                    <a:pt x="19050" y="98485"/>
                  </a:cubicBezTo>
                  <a:lnTo>
                    <a:pt x="9525" y="92135"/>
                  </a:lnTo>
                  <a:lnTo>
                    <a:pt x="3175" y="73085"/>
                  </a:lnTo>
                  <a:lnTo>
                    <a:pt x="0" y="63560"/>
                  </a:lnTo>
                  <a:cubicBezTo>
                    <a:pt x="1058" y="57210"/>
                    <a:pt x="1912" y="50823"/>
                    <a:pt x="3175" y="44510"/>
                  </a:cubicBezTo>
                  <a:cubicBezTo>
                    <a:pt x="4997" y="35402"/>
                    <a:pt x="5922" y="29063"/>
                    <a:pt x="12700" y="22285"/>
                  </a:cubicBezTo>
                  <a:cubicBezTo>
                    <a:pt x="15398" y="19587"/>
                    <a:pt x="19294" y="18378"/>
                    <a:pt x="22225" y="15935"/>
                  </a:cubicBezTo>
                  <a:cubicBezTo>
                    <a:pt x="25674" y="13060"/>
                    <a:pt x="27375" y="7420"/>
                    <a:pt x="31750" y="6410"/>
                  </a:cubicBezTo>
                  <a:cubicBezTo>
                    <a:pt x="42062" y="4030"/>
                    <a:pt x="35983" y="589"/>
                    <a:pt x="41275" y="6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33C5620-41F9-432B-C5A1-7B208861B964}"/>
                </a:ext>
              </a:extLst>
            </p:cNvPr>
            <p:cNvSpPr/>
            <p:nvPr/>
          </p:nvSpPr>
          <p:spPr>
            <a:xfrm>
              <a:off x="7424737" y="2184400"/>
              <a:ext cx="240756" cy="361950"/>
            </a:xfrm>
            <a:custGeom>
              <a:avLst/>
              <a:gdLst>
                <a:gd name="connsiteX0" fmla="*/ 0 w 247650"/>
                <a:gd name="connsiteY0" fmla="*/ 9548 h 397012"/>
                <a:gd name="connsiteX1" fmla="*/ 22225 w 247650"/>
                <a:gd name="connsiteY1" fmla="*/ 6373 h 397012"/>
                <a:gd name="connsiteX2" fmla="*/ 31750 w 247650"/>
                <a:gd name="connsiteY2" fmla="*/ 3198 h 397012"/>
                <a:gd name="connsiteX3" fmla="*/ 44450 w 247650"/>
                <a:gd name="connsiteY3" fmla="*/ 23 h 397012"/>
                <a:gd name="connsiteX4" fmla="*/ 152400 w 247650"/>
                <a:gd name="connsiteY4" fmla="*/ 6373 h 397012"/>
                <a:gd name="connsiteX5" fmla="*/ 171450 w 247650"/>
                <a:gd name="connsiteY5" fmla="*/ 12723 h 397012"/>
                <a:gd name="connsiteX6" fmla="*/ 180975 w 247650"/>
                <a:gd name="connsiteY6" fmla="*/ 15898 h 397012"/>
                <a:gd name="connsiteX7" fmla="*/ 190500 w 247650"/>
                <a:gd name="connsiteY7" fmla="*/ 19073 h 397012"/>
                <a:gd name="connsiteX8" fmla="*/ 200025 w 247650"/>
                <a:gd name="connsiteY8" fmla="*/ 25423 h 397012"/>
                <a:gd name="connsiteX9" fmla="*/ 219075 w 247650"/>
                <a:gd name="connsiteY9" fmla="*/ 41298 h 397012"/>
                <a:gd name="connsiteX10" fmla="*/ 228600 w 247650"/>
                <a:gd name="connsiteY10" fmla="*/ 60348 h 397012"/>
                <a:gd name="connsiteX11" fmla="*/ 231775 w 247650"/>
                <a:gd name="connsiteY11" fmla="*/ 69873 h 397012"/>
                <a:gd name="connsiteX12" fmla="*/ 238125 w 247650"/>
                <a:gd name="connsiteY12" fmla="*/ 79398 h 397012"/>
                <a:gd name="connsiteX13" fmla="*/ 244475 w 247650"/>
                <a:gd name="connsiteY13" fmla="*/ 98448 h 397012"/>
                <a:gd name="connsiteX14" fmla="*/ 247650 w 247650"/>
                <a:gd name="connsiteY14" fmla="*/ 107973 h 397012"/>
                <a:gd name="connsiteX15" fmla="*/ 244475 w 247650"/>
                <a:gd name="connsiteY15" fmla="*/ 155598 h 397012"/>
                <a:gd name="connsiteX16" fmla="*/ 241300 w 247650"/>
                <a:gd name="connsiteY16" fmla="*/ 174648 h 397012"/>
                <a:gd name="connsiteX17" fmla="*/ 231775 w 247650"/>
                <a:gd name="connsiteY17" fmla="*/ 228623 h 397012"/>
                <a:gd name="connsiteX18" fmla="*/ 219075 w 247650"/>
                <a:gd name="connsiteY18" fmla="*/ 247673 h 397012"/>
                <a:gd name="connsiteX19" fmla="*/ 212725 w 247650"/>
                <a:gd name="connsiteY19" fmla="*/ 257198 h 397012"/>
                <a:gd name="connsiteX20" fmla="*/ 209550 w 247650"/>
                <a:gd name="connsiteY20" fmla="*/ 266723 h 397012"/>
                <a:gd name="connsiteX21" fmla="*/ 200025 w 247650"/>
                <a:gd name="connsiteY21" fmla="*/ 273073 h 397012"/>
                <a:gd name="connsiteX22" fmla="*/ 177800 w 247650"/>
                <a:gd name="connsiteY22" fmla="*/ 298473 h 397012"/>
                <a:gd name="connsiteX23" fmla="*/ 161925 w 247650"/>
                <a:gd name="connsiteY23" fmla="*/ 317523 h 397012"/>
                <a:gd name="connsiteX24" fmla="*/ 155575 w 247650"/>
                <a:gd name="connsiteY24" fmla="*/ 327048 h 397012"/>
                <a:gd name="connsiteX25" fmla="*/ 136525 w 247650"/>
                <a:gd name="connsiteY25" fmla="*/ 339748 h 397012"/>
                <a:gd name="connsiteX26" fmla="*/ 120650 w 247650"/>
                <a:gd name="connsiteY26" fmla="*/ 355623 h 397012"/>
                <a:gd name="connsiteX27" fmla="*/ 111125 w 247650"/>
                <a:gd name="connsiteY27" fmla="*/ 365148 h 397012"/>
                <a:gd name="connsiteX28" fmla="*/ 92075 w 247650"/>
                <a:gd name="connsiteY28" fmla="*/ 377848 h 397012"/>
                <a:gd name="connsiteX29" fmla="*/ 82550 w 247650"/>
                <a:gd name="connsiteY29" fmla="*/ 384198 h 397012"/>
                <a:gd name="connsiteX30" fmla="*/ 66675 w 247650"/>
                <a:gd name="connsiteY30" fmla="*/ 396898 h 397012"/>
                <a:gd name="connsiteX31" fmla="*/ 63500 w 247650"/>
                <a:gd name="connsiteY31" fmla="*/ 396898 h 39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7650" h="397012">
                  <a:moveTo>
                    <a:pt x="0" y="9548"/>
                  </a:moveTo>
                  <a:cubicBezTo>
                    <a:pt x="7408" y="8490"/>
                    <a:pt x="14887" y="7841"/>
                    <a:pt x="22225" y="6373"/>
                  </a:cubicBezTo>
                  <a:cubicBezTo>
                    <a:pt x="25507" y="5717"/>
                    <a:pt x="28532" y="4117"/>
                    <a:pt x="31750" y="3198"/>
                  </a:cubicBezTo>
                  <a:cubicBezTo>
                    <a:pt x="35946" y="1999"/>
                    <a:pt x="40217" y="1081"/>
                    <a:pt x="44450" y="23"/>
                  </a:cubicBezTo>
                  <a:cubicBezTo>
                    <a:pt x="62028" y="629"/>
                    <a:pt x="120450" y="-2341"/>
                    <a:pt x="152400" y="6373"/>
                  </a:cubicBezTo>
                  <a:cubicBezTo>
                    <a:pt x="158858" y="8134"/>
                    <a:pt x="165100" y="10606"/>
                    <a:pt x="171450" y="12723"/>
                  </a:cubicBezTo>
                  <a:lnTo>
                    <a:pt x="180975" y="15898"/>
                  </a:lnTo>
                  <a:cubicBezTo>
                    <a:pt x="184150" y="16956"/>
                    <a:pt x="187715" y="17217"/>
                    <a:pt x="190500" y="19073"/>
                  </a:cubicBezTo>
                  <a:cubicBezTo>
                    <a:pt x="193675" y="21190"/>
                    <a:pt x="197094" y="22980"/>
                    <a:pt x="200025" y="25423"/>
                  </a:cubicBezTo>
                  <a:cubicBezTo>
                    <a:pt x="224471" y="45795"/>
                    <a:pt x="195426" y="25532"/>
                    <a:pt x="219075" y="41298"/>
                  </a:cubicBezTo>
                  <a:cubicBezTo>
                    <a:pt x="227055" y="65239"/>
                    <a:pt x="216290" y="35729"/>
                    <a:pt x="228600" y="60348"/>
                  </a:cubicBezTo>
                  <a:cubicBezTo>
                    <a:pt x="230097" y="63341"/>
                    <a:pt x="230278" y="66880"/>
                    <a:pt x="231775" y="69873"/>
                  </a:cubicBezTo>
                  <a:cubicBezTo>
                    <a:pt x="233482" y="73286"/>
                    <a:pt x="236575" y="75911"/>
                    <a:pt x="238125" y="79398"/>
                  </a:cubicBezTo>
                  <a:cubicBezTo>
                    <a:pt x="240843" y="85515"/>
                    <a:pt x="242358" y="92098"/>
                    <a:pt x="244475" y="98448"/>
                  </a:cubicBezTo>
                  <a:lnTo>
                    <a:pt x="247650" y="107973"/>
                  </a:lnTo>
                  <a:cubicBezTo>
                    <a:pt x="246592" y="123848"/>
                    <a:pt x="245983" y="139759"/>
                    <a:pt x="244475" y="155598"/>
                  </a:cubicBezTo>
                  <a:cubicBezTo>
                    <a:pt x="243865" y="162007"/>
                    <a:pt x="242052" y="168255"/>
                    <a:pt x="241300" y="174648"/>
                  </a:cubicBezTo>
                  <a:cubicBezTo>
                    <a:pt x="239928" y="186306"/>
                    <a:pt x="240442" y="215623"/>
                    <a:pt x="231775" y="228623"/>
                  </a:cubicBezTo>
                  <a:lnTo>
                    <a:pt x="219075" y="247673"/>
                  </a:lnTo>
                  <a:cubicBezTo>
                    <a:pt x="216958" y="250848"/>
                    <a:pt x="213932" y="253578"/>
                    <a:pt x="212725" y="257198"/>
                  </a:cubicBezTo>
                  <a:cubicBezTo>
                    <a:pt x="211667" y="260373"/>
                    <a:pt x="211641" y="264110"/>
                    <a:pt x="209550" y="266723"/>
                  </a:cubicBezTo>
                  <a:cubicBezTo>
                    <a:pt x="207166" y="269703"/>
                    <a:pt x="203200" y="270956"/>
                    <a:pt x="200025" y="273073"/>
                  </a:cubicBezTo>
                  <a:cubicBezTo>
                    <a:pt x="185208" y="295298"/>
                    <a:pt x="193675" y="287890"/>
                    <a:pt x="177800" y="298473"/>
                  </a:cubicBezTo>
                  <a:cubicBezTo>
                    <a:pt x="162034" y="322122"/>
                    <a:pt x="182297" y="293077"/>
                    <a:pt x="161925" y="317523"/>
                  </a:cubicBezTo>
                  <a:cubicBezTo>
                    <a:pt x="159482" y="320454"/>
                    <a:pt x="158447" y="324535"/>
                    <a:pt x="155575" y="327048"/>
                  </a:cubicBezTo>
                  <a:cubicBezTo>
                    <a:pt x="149832" y="332074"/>
                    <a:pt x="136525" y="339748"/>
                    <a:pt x="136525" y="339748"/>
                  </a:cubicBezTo>
                  <a:cubicBezTo>
                    <a:pt x="124883" y="357211"/>
                    <a:pt x="136525" y="342394"/>
                    <a:pt x="120650" y="355623"/>
                  </a:cubicBezTo>
                  <a:cubicBezTo>
                    <a:pt x="117201" y="358498"/>
                    <a:pt x="114669" y="362391"/>
                    <a:pt x="111125" y="365148"/>
                  </a:cubicBezTo>
                  <a:cubicBezTo>
                    <a:pt x="105101" y="369833"/>
                    <a:pt x="98425" y="373615"/>
                    <a:pt x="92075" y="377848"/>
                  </a:cubicBezTo>
                  <a:lnTo>
                    <a:pt x="82550" y="384198"/>
                  </a:lnTo>
                  <a:cubicBezTo>
                    <a:pt x="75343" y="395009"/>
                    <a:pt x="78944" y="393831"/>
                    <a:pt x="66675" y="396898"/>
                  </a:cubicBezTo>
                  <a:cubicBezTo>
                    <a:pt x="65648" y="397155"/>
                    <a:pt x="64558" y="396898"/>
                    <a:pt x="63500" y="396898"/>
                  </a:cubicBezTo>
                </a:path>
              </a:pathLst>
            </a:custGeom>
            <a:noFill/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A87FE41-2DEE-DD3B-FB2F-5C0315EE316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424737" y="2485231"/>
              <a:ext cx="122237" cy="12223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71985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5C6A980-5B30-1591-B646-58F0FB07365C}"/>
              </a:ext>
            </a:extLst>
          </p:cNvPr>
          <p:cNvGrpSpPr/>
          <p:nvPr/>
        </p:nvGrpSpPr>
        <p:grpSpPr>
          <a:xfrm flipH="1">
            <a:off x="4238875" y="2184400"/>
            <a:ext cx="4176337" cy="2292992"/>
            <a:chOff x="4238875" y="2184400"/>
            <a:chExt cx="4176337" cy="2292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BF6D19E-9BE4-CDA7-CFE7-96CCABFD9951}"/>
                </a:ext>
              </a:extLst>
            </p:cNvPr>
            <p:cNvCxnSpPr/>
            <p:nvPr/>
          </p:nvCxnSpPr>
          <p:spPr>
            <a:xfrm flipH="1">
              <a:off x="6245225" y="2673350"/>
              <a:ext cx="984250" cy="1047750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39F803-7AEF-C1C0-7E32-0E876C1240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5800" y="2489200"/>
              <a:ext cx="1406525" cy="454025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9989D30-CF45-F2BC-288C-435A3718A0D2}"/>
                </a:ext>
              </a:extLst>
            </p:cNvPr>
            <p:cNvCxnSpPr>
              <a:cxnSpLocks/>
            </p:cNvCxnSpPr>
            <p:nvPr/>
          </p:nvCxnSpPr>
          <p:spPr>
            <a:xfrm>
              <a:off x="5613400" y="2339975"/>
              <a:ext cx="415925" cy="1346200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E6914B5-BE07-5EF2-FE9F-BAA01DD9B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000" y="2943225"/>
              <a:ext cx="812800" cy="817562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1D67A70-6030-5D17-0615-F4728C1416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3000" y="3774433"/>
              <a:ext cx="955675" cy="90488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4C69CB0-4569-F134-7750-DBBB94ABA9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7075" y="2300288"/>
              <a:ext cx="649538" cy="1460499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F10D4E-8C7E-3095-85D6-9D9830DEE7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9925" y="2184400"/>
              <a:ext cx="404812" cy="115888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92F363A-44C2-F70B-A687-01A05DE0BC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8875" y="3064767"/>
              <a:ext cx="1412625" cy="1412625"/>
            </a:xfrm>
            <a:prstGeom prst="ellipse">
              <a:avLst/>
            </a:prstGeom>
            <a:noFill/>
            <a:ln w="1270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9595BBF-4310-088D-33F6-125EDA1C4F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2587" y="3054474"/>
              <a:ext cx="1412625" cy="1412625"/>
            </a:xfrm>
            <a:prstGeom prst="ellipse">
              <a:avLst/>
            </a:prstGeom>
            <a:noFill/>
            <a:ln w="1270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419D8E3-2B2F-3F89-B243-62520ACF6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9474" y="3660632"/>
              <a:ext cx="415925" cy="415925"/>
            </a:xfrm>
            <a:prstGeom prst="ellipse">
              <a:avLst/>
            </a:prstGeom>
            <a:noFill/>
            <a:ln w="1270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308FBDF-BF62-F380-00D5-58871D307D6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63307" y="3717604"/>
              <a:ext cx="122237" cy="12223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CAFE4DA-6A3B-5C67-CB05-BEDB9651A20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665494" y="3717604"/>
              <a:ext cx="122237" cy="12223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541C1A8-AF0F-A50E-A858-7E0FD0AFE5EB}"/>
                </a:ext>
              </a:extLst>
            </p:cNvPr>
            <p:cNvSpPr/>
            <p:nvPr/>
          </p:nvSpPr>
          <p:spPr>
            <a:xfrm>
              <a:off x="5305425" y="2276415"/>
              <a:ext cx="688975" cy="130235"/>
            </a:xfrm>
            <a:custGeom>
              <a:avLst/>
              <a:gdLst>
                <a:gd name="connsiteX0" fmla="*/ 41275 w 688975"/>
                <a:gd name="connsiteY0" fmla="*/ 60 h 130235"/>
                <a:gd name="connsiteX1" fmla="*/ 63500 w 688975"/>
                <a:gd name="connsiteY1" fmla="*/ 3235 h 130235"/>
                <a:gd name="connsiteX2" fmla="*/ 136525 w 688975"/>
                <a:gd name="connsiteY2" fmla="*/ 9585 h 130235"/>
                <a:gd name="connsiteX3" fmla="*/ 155575 w 688975"/>
                <a:gd name="connsiteY3" fmla="*/ 19110 h 130235"/>
                <a:gd name="connsiteX4" fmla="*/ 174625 w 688975"/>
                <a:gd name="connsiteY4" fmla="*/ 25460 h 130235"/>
                <a:gd name="connsiteX5" fmla="*/ 276225 w 688975"/>
                <a:gd name="connsiteY5" fmla="*/ 22285 h 130235"/>
                <a:gd name="connsiteX6" fmla="*/ 288925 w 688975"/>
                <a:gd name="connsiteY6" fmla="*/ 19110 h 130235"/>
                <a:gd name="connsiteX7" fmla="*/ 485775 w 688975"/>
                <a:gd name="connsiteY7" fmla="*/ 15935 h 130235"/>
                <a:gd name="connsiteX8" fmla="*/ 520700 w 688975"/>
                <a:gd name="connsiteY8" fmla="*/ 12760 h 130235"/>
                <a:gd name="connsiteX9" fmla="*/ 552450 w 688975"/>
                <a:gd name="connsiteY9" fmla="*/ 6410 h 130235"/>
                <a:gd name="connsiteX10" fmla="*/ 622300 w 688975"/>
                <a:gd name="connsiteY10" fmla="*/ 9585 h 130235"/>
                <a:gd name="connsiteX11" fmla="*/ 650875 w 688975"/>
                <a:gd name="connsiteY11" fmla="*/ 19110 h 130235"/>
                <a:gd name="connsiteX12" fmla="*/ 679450 w 688975"/>
                <a:gd name="connsiteY12" fmla="*/ 25460 h 130235"/>
                <a:gd name="connsiteX13" fmla="*/ 688975 w 688975"/>
                <a:gd name="connsiteY13" fmla="*/ 44510 h 130235"/>
                <a:gd name="connsiteX14" fmla="*/ 682625 w 688975"/>
                <a:gd name="connsiteY14" fmla="*/ 88960 h 130235"/>
                <a:gd name="connsiteX15" fmla="*/ 676275 w 688975"/>
                <a:gd name="connsiteY15" fmla="*/ 98485 h 130235"/>
                <a:gd name="connsiteX16" fmla="*/ 647700 w 688975"/>
                <a:gd name="connsiteY16" fmla="*/ 111185 h 130235"/>
                <a:gd name="connsiteX17" fmla="*/ 631825 w 688975"/>
                <a:gd name="connsiteY17" fmla="*/ 114360 h 130235"/>
                <a:gd name="connsiteX18" fmla="*/ 542925 w 688975"/>
                <a:gd name="connsiteY18" fmla="*/ 117535 h 130235"/>
                <a:gd name="connsiteX19" fmla="*/ 517525 w 688975"/>
                <a:gd name="connsiteY19" fmla="*/ 114360 h 130235"/>
                <a:gd name="connsiteX20" fmla="*/ 504825 w 688975"/>
                <a:gd name="connsiteY20" fmla="*/ 111185 h 130235"/>
                <a:gd name="connsiteX21" fmla="*/ 469900 w 688975"/>
                <a:gd name="connsiteY21" fmla="*/ 108010 h 130235"/>
                <a:gd name="connsiteX22" fmla="*/ 441325 w 688975"/>
                <a:gd name="connsiteY22" fmla="*/ 104835 h 130235"/>
                <a:gd name="connsiteX23" fmla="*/ 396875 w 688975"/>
                <a:gd name="connsiteY23" fmla="*/ 108010 h 130235"/>
                <a:gd name="connsiteX24" fmla="*/ 384175 w 688975"/>
                <a:gd name="connsiteY24" fmla="*/ 127060 h 130235"/>
                <a:gd name="connsiteX25" fmla="*/ 374650 w 688975"/>
                <a:gd name="connsiteY25" fmla="*/ 130235 h 130235"/>
                <a:gd name="connsiteX26" fmla="*/ 295275 w 688975"/>
                <a:gd name="connsiteY26" fmla="*/ 123885 h 130235"/>
                <a:gd name="connsiteX27" fmla="*/ 260350 w 688975"/>
                <a:gd name="connsiteY27" fmla="*/ 114360 h 130235"/>
                <a:gd name="connsiteX28" fmla="*/ 250825 w 688975"/>
                <a:gd name="connsiteY28" fmla="*/ 108010 h 130235"/>
                <a:gd name="connsiteX29" fmla="*/ 139700 w 688975"/>
                <a:gd name="connsiteY29" fmla="*/ 111185 h 130235"/>
                <a:gd name="connsiteX30" fmla="*/ 107950 w 688975"/>
                <a:gd name="connsiteY30" fmla="*/ 114360 h 130235"/>
                <a:gd name="connsiteX31" fmla="*/ 57150 w 688975"/>
                <a:gd name="connsiteY31" fmla="*/ 111185 h 130235"/>
                <a:gd name="connsiteX32" fmla="*/ 28575 w 688975"/>
                <a:gd name="connsiteY32" fmla="*/ 101660 h 130235"/>
                <a:gd name="connsiteX33" fmla="*/ 19050 w 688975"/>
                <a:gd name="connsiteY33" fmla="*/ 98485 h 130235"/>
                <a:gd name="connsiteX34" fmla="*/ 9525 w 688975"/>
                <a:gd name="connsiteY34" fmla="*/ 92135 h 130235"/>
                <a:gd name="connsiteX35" fmla="*/ 3175 w 688975"/>
                <a:gd name="connsiteY35" fmla="*/ 73085 h 130235"/>
                <a:gd name="connsiteX36" fmla="*/ 0 w 688975"/>
                <a:gd name="connsiteY36" fmla="*/ 63560 h 130235"/>
                <a:gd name="connsiteX37" fmla="*/ 3175 w 688975"/>
                <a:gd name="connsiteY37" fmla="*/ 44510 h 130235"/>
                <a:gd name="connsiteX38" fmla="*/ 12700 w 688975"/>
                <a:gd name="connsiteY38" fmla="*/ 22285 h 130235"/>
                <a:gd name="connsiteX39" fmla="*/ 22225 w 688975"/>
                <a:gd name="connsiteY39" fmla="*/ 15935 h 130235"/>
                <a:gd name="connsiteX40" fmla="*/ 31750 w 688975"/>
                <a:gd name="connsiteY40" fmla="*/ 6410 h 130235"/>
                <a:gd name="connsiteX41" fmla="*/ 41275 w 688975"/>
                <a:gd name="connsiteY41" fmla="*/ 60 h 13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88975" h="130235">
                  <a:moveTo>
                    <a:pt x="41275" y="60"/>
                  </a:moveTo>
                  <a:cubicBezTo>
                    <a:pt x="46567" y="-469"/>
                    <a:pt x="56040" y="2638"/>
                    <a:pt x="63500" y="3235"/>
                  </a:cubicBezTo>
                  <a:cubicBezTo>
                    <a:pt x="99068" y="6080"/>
                    <a:pt x="109569" y="2846"/>
                    <a:pt x="136525" y="9585"/>
                  </a:cubicBezTo>
                  <a:cubicBezTo>
                    <a:pt x="156375" y="14548"/>
                    <a:pt x="135620" y="10241"/>
                    <a:pt x="155575" y="19110"/>
                  </a:cubicBezTo>
                  <a:cubicBezTo>
                    <a:pt x="161692" y="21828"/>
                    <a:pt x="174625" y="25460"/>
                    <a:pt x="174625" y="25460"/>
                  </a:cubicBezTo>
                  <a:cubicBezTo>
                    <a:pt x="208492" y="24402"/>
                    <a:pt x="242394" y="24165"/>
                    <a:pt x="276225" y="22285"/>
                  </a:cubicBezTo>
                  <a:cubicBezTo>
                    <a:pt x="280582" y="22043"/>
                    <a:pt x="284563" y="19242"/>
                    <a:pt x="288925" y="19110"/>
                  </a:cubicBezTo>
                  <a:cubicBezTo>
                    <a:pt x="354520" y="17122"/>
                    <a:pt x="420158" y="16993"/>
                    <a:pt x="485775" y="15935"/>
                  </a:cubicBezTo>
                  <a:cubicBezTo>
                    <a:pt x="497417" y="14877"/>
                    <a:pt x="509128" y="14413"/>
                    <a:pt x="520700" y="12760"/>
                  </a:cubicBezTo>
                  <a:cubicBezTo>
                    <a:pt x="531384" y="11234"/>
                    <a:pt x="552450" y="6410"/>
                    <a:pt x="552450" y="6410"/>
                  </a:cubicBezTo>
                  <a:cubicBezTo>
                    <a:pt x="575733" y="7468"/>
                    <a:pt x="599125" y="7102"/>
                    <a:pt x="622300" y="9585"/>
                  </a:cubicBezTo>
                  <a:cubicBezTo>
                    <a:pt x="648970" y="12442"/>
                    <a:pt x="632778" y="16094"/>
                    <a:pt x="650875" y="19110"/>
                  </a:cubicBezTo>
                  <a:cubicBezTo>
                    <a:pt x="673226" y="22835"/>
                    <a:pt x="663818" y="20249"/>
                    <a:pt x="679450" y="25460"/>
                  </a:cubicBezTo>
                  <a:cubicBezTo>
                    <a:pt x="682661" y="30276"/>
                    <a:pt x="688975" y="37937"/>
                    <a:pt x="688975" y="44510"/>
                  </a:cubicBezTo>
                  <a:cubicBezTo>
                    <a:pt x="688975" y="51811"/>
                    <a:pt x="688501" y="77208"/>
                    <a:pt x="682625" y="88960"/>
                  </a:cubicBezTo>
                  <a:cubicBezTo>
                    <a:pt x="680918" y="92373"/>
                    <a:pt x="678973" y="95787"/>
                    <a:pt x="676275" y="98485"/>
                  </a:cubicBezTo>
                  <a:cubicBezTo>
                    <a:pt x="669624" y="105136"/>
                    <a:pt x="655560" y="109613"/>
                    <a:pt x="647700" y="111185"/>
                  </a:cubicBezTo>
                  <a:cubicBezTo>
                    <a:pt x="642408" y="112243"/>
                    <a:pt x="637212" y="114034"/>
                    <a:pt x="631825" y="114360"/>
                  </a:cubicBezTo>
                  <a:cubicBezTo>
                    <a:pt x="602227" y="116154"/>
                    <a:pt x="572558" y="116477"/>
                    <a:pt x="542925" y="117535"/>
                  </a:cubicBezTo>
                  <a:cubicBezTo>
                    <a:pt x="534458" y="116477"/>
                    <a:pt x="525941" y="115763"/>
                    <a:pt x="517525" y="114360"/>
                  </a:cubicBezTo>
                  <a:cubicBezTo>
                    <a:pt x="513221" y="113643"/>
                    <a:pt x="509150" y="111762"/>
                    <a:pt x="504825" y="111185"/>
                  </a:cubicBezTo>
                  <a:cubicBezTo>
                    <a:pt x="493238" y="109640"/>
                    <a:pt x="481532" y="109173"/>
                    <a:pt x="469900" y="108010"/>
                  </a:cubicBezTo>
                  <a:cubicBezTo>
                    <a:pt x="460364" y="107056"/>
                    <a:pt x="450850" y="105893"/>
                    <a:pt x="441325" y="104835"/>
                  </a:cubicBezTo>
                  <a:lnTo>
                    <a:pt x="396875" y="108010"/>
                  </a:lnTo>
                  <a:cubicBezTo>
                    <a:pt x="389762" y="110776"/>
                    <a:pt x="391415" y="124647"/>
                    <a:pt x="384175" y="127060"/>
                  </a:cubicBezTo>
                  <a:lnTo>
                    <a:pt x="374650" y="130235"/>
                  </a:lnTo>
                  <a:cubicBezTo>
                    <a:pt x="341853" y="119303"/>
                    <a:pt x="376548" y="129905"/>
                    <a:pt x="295275" y="123885"/>
                  </a:cubicBezTo>
                  <a:cubicBezTo>
                    <a:pt x="288566" y="123388"/>
                    <a:pt x="265010" y="117467"/>
                    <a:pt x="260350" y="114360"/>
                  </a:cubicBezTo>
                  <a:lnTo>
                    <a:pt x="250825" y="108010"/>
                  </a:lnTo>
                  <a:lnTo>
                    <a:pt x="139700" y="111185"/>
                  </a:lnTo>
                  <a:cubicBezTo>
                    <a:pt x="129074" y="111657"/>
                    <a:pt x="118586" y="114360"/>
                    <a:pt x="107950" y="114360"/>
                  </a:cubicBezTo>
                  <a:cubicBezTo>
                    <a:pt x="90984" y="114360"/>
                    <a:pt x="74083" y="112243"/>
                    <a:pt x="57150" y="111185"/>
                  </a:cubicBezTo>
                  <a:lnTo>
                    <a:pt x="28575" y="101660"/>
                  </a:lnTo>
                  <a:cubicBezTo>
                    <a:pt x="25400" y="100602"/>
                    <a:pt x="21835" y="100341"/>
                    <a:pt x="19050" y="98485"/>
                  </a:cubicBezTo>
                  <a:lnTo>
                    <a:pt x="9525" y="92135"/>
                  </a:lnTo>
                  <a:lnTo>
                    <a:pt x="3175" y="73085"/>
                  </a:lnTo>
                  <a:lnTo>
                    <a:pt x="0" y="63560"/>
                  </a:lnTo>
                  <a:cubicBezTo>
                    <a:pt x="1058" y="57210"/>
                    <a:pt x="1912" y="50823"/>
                    <a:pt x="3175" y="44510"/>
                  </a:cubicBezTo>
                  <a:cubicBezTo>
                    <a:pt x="4997" y="35402"/>
                    <a:pt x="5922" y="29063"/>
                    <a:pt x="12700" y="22285"/>
                  </a:cubicBezTo>
                  <a:cubicBezTo>
                    <a:pt x="15398" y="19587"/>
                    <a:pt x="19294" y="18378"/>
                    <a:pt x="22225" y="15935"/>
                  </a:cubicBezTo>
                  <a:cubicBezTo>
                    <a:pt x="25674" y="13060"/>
                    <a:pt x="27375" y="7420"/>
                    <a:pt x="31750" y="6410"/>
                  </a:cubicBezTo>
                  <a:cubicBezTo>
                    <a:pt x="42062" y="4030"/>
                    <a:pt x="35983" y="589"/>
                    <a:pt x="41275" y="60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FDDEE92-3882-1A31-317F-71CB2B30C319}"/>
                </a:ext>
              </a:extLst>
            </p:cNvPr>
            <p:cNvSpPr/>
            <p:nvPr/>
          </p:nvSpPr>
          <p:spPr>
            <a:xfrm>
              <a:off x="7424737" y="2184400"/>
              <a:ext cx="240756" cy="361950"/>
            </a:xfrm>
            <a:custGeom>
              <a:avLst/>
              <a:gdLst>
                <a:gd name="connsiteX0" fmla="*/ 0 w 247650"/>
                <a:gd name="connsiteY0" fmla="*/ 9548 h 397012"/>
                <a:gd name="connsiteX1" fmla="*/ 22225 w 247650"/>
                <a:gd name="connsiteY1" fmla="*/ 6373 h 397012"/>
                <a:gd name="connsiteX2" fmla="*/ 31750 w 247650"/>
                <a:gd name="connsiteY2" fmla="*/ 3198 h 397012"/>
                <a:gd name="connsiteX3" fmla="*/ 44450 w 247650"/>
                <a:gd name="connsiteY3" fmla="*/ 23 h 397012"/>
                <a:gd name="connsiteX4" fmla="*/ 152400 w 247650"/>
                <a:gd name="connsiteY4" fmla="*/ 6373 h 397012"/>
                <a:gd name="connsiteX5" fmla="*/ 171450 w 247650"/>
                <a:gd name="connsiteY5" fmla="*/ 12723 h 397012"/>
                <a:gd name="connsiteX6" fmla="*/ 180975 w 247650"/>
                <a:gd name="connsiteY6" fmla="*/ 15898 h 397012"/>
                <a:gd name="connsiteX7" fmla="*/ 190500 w 247650"/>
                <a:gd name="connsiteY7" fmla="*/ 19073 h 397012"/>
                <a:gd name="connsiteX8" fmla="*/ 200025 w 247650"/>
                <a:gd name="connsiteY8" fmla="*/ 25423 h 397012"/>
                <a:gd name="connsiteX9" fmla="*/ 219075 w 247650"/>
                <a:gd name="connsiteY9" fmla="*/ 41298 h 397012"/>
                <a:gd name="connsiteX10" fmla="*/ 228600 w 247650"/>
                <a:gd name="connsiteY10" fmla="*/ 60348 h 397012"/>
                <a:gd name="connsiteX11" fmla="*/ 231775 w 247650"/>
                <a:gd name="connsiteY11" fmla="*/ 69873 h 397012"/>
                <a:gd name="connsiteX12" fmla="*/ 238125 w 247650"/>
                <a:gd name="connsiteY12" fmla="*/ 79398 h 397012"/>
                <a:gd name="connsiteX13" fmla="*/ 244475 w 247650"/>
                <a:gd name="connsiteY13" fmla="*/ 98448 h 397012"/>
                <a:gd name="connsiteX14" fmla="*/ 247650 w 247650"/>
                <a:gd name="connsiteY14" fmla="*/ 107973 h 397012"/>
                <a:gd name="connsiteX15" fmla="*/ 244475 w 247650"/>
                <a:gd name="connsiteY15" fmla="*/ 155598 h 397012"/>
                <a:gd name="connsiteX16" fmla="*/ 241300 w 247650"/>
                <a:gd name="connsiteY16" fmla="*/ 174648 h 397012"/>
                <a:gd name="connsiteX17" fmla="*/ 231775 w 247650"/>
                <a:gd name="connsiteY17" fmla="*/ 228623 h 397012"/>
                <a:gd name="connsiteX18" fmla="*/ 219075 w 247650"/>
                <a:gd name="connsiteY18" fmla="*/ 247673 h 397012"/>
                <a:gd name="connsiteX19" fmla="*/ 212725 w 247650"/>
                <a:gd name="connsiteY19" fmla="*/ 257198 h 397012"/>
                <a:gd name="connsiteX20" fmla="*/ 209550 w 247650"/>
                <a:gd name="connsiteY20" fmla="*/ 266723 h 397012"/>
                <a:gd name="connsiteX21" fmla="*/ 200025 w 247650"/>
                <a:gd name="connsiteY21" fmla="*/ 273073 h 397012"/>
                <a:gd name="connsiteX22" fmla="*/ 177800 w 247650"/>
                <a:gd name="connsiteY22" fmla="*/ 298473 h 397012"/>
                <a:gd name="connsiteX23" fmla="*/ 161925 w 247650"/>
                <a:gd name="connsiteY23" fmla="*/ 317523 h 397012"/>
                <a:gd name="connsiteX24" fmla="*/ 155575 w 247650"/>
                <a:gd name="connsiteY24" fmla="*/ 327048 h 397012"/>
                <a:gd name="connsiteX25" fmla="*/ 136525 w 247650"/>
                <a:gd name="connsiteY25" fmla="*/ 339748 h 397012"/>
                <a:gd name="connsiteX26" fmla="*/ 120650 w 247650"/>
                <a:gd name="connsiteY26" fmla="*/ 355623 h 397012"/>
                <a:gd name="connsiteX27" fmla="*/ 111125 w 247650"/>
                <a:gd name="connsiteY27" fmla="*/ 365148 h 397012"/>
                <a:gd name="connsiteX28" fmla="*/ 92075 w 247650"/>
                <a:gd name="connsiteY28" fmla="*/ 377848 h 397012"/>
                <a:gd name="connsiteX29" fmla="*/ 82550 w 247650"/>
                <a:gd name="connsiteY29" fmla="*/ 384198 h 397012"/>
                <a:gd name="connsiteX30" fmla="*/ 66675 w 247650"/>
                <a:gd name="connsiteY30" fmla="*/ 396898 h 397012"/>
                <a:gd name="connsiteX31" fmla="*/ 63500 w 247650"/>
                <a:gd name="connsiteY31" fmla="*/ 396898 h 39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7650" h="397012">
                  <a:moveTo>
                    <a:pt x="0" y="9548"/>
                  </a:moveTo>
                  <a:cubicBezTo>
                    <a:pt x="7408" y="8490"/>
                    <a:pt x="14887" y="7841"/>
                    <a:pt x="22225" y="6373"/>
                  </a:cubicBezTo>
                  <a:cubicBezTo>
                    <a:pt x="25507" y="5717"/>
                    <a:pt x="28532" y="4117"/>
                    <a:pt x="31750" y="3198"/>
                  </a:cubicBezTo>
                  <a:cubicBezTo>
                    <a:pt x="35946" y="1999"/>
                    <a:pt x="40217" y="1081"/>
                    <a:pt x="44450" y="23"/>
                  </a:cubicBezTo>
                  <a:cubicBezTo>
                    <a:pt x="62028" y="629"/>
                    <a:pt x="120450" y="-2341"/>
                    <a:pt x="152400" y="6373"/>
                  </a:cubicBezTo>
                  <a:cubicBezTo>
                    <a:pt x="158858" y="8134"/>
                    <a:pt x="165100" y="10606"/>
                    <a:pt x="171450" y="12723"/>
                  </a:cubicBezTo>
                  <a:lnTo>
                    <a:pt x="180975" y="15898"/>
                  </a:lnTo>
                  <a:cubicBezTo>
                    <a:pt x="184150" y="16956"/>
                    <a:pt x="187715" y="17217"/>
                    <a:pt x="190500" y="19073"/>
                  </a:cubicBezTo>
                  <a:cubicBezTo>
                    <a:pt x="193675" y="21190"/>
                    <a:pt x="197094" y="22980"/>
                    <a:pt x="200025" y="25423"/>
                  </a:cubicBezTo>
                  <a:cubicBezTo>
                    <a:pt x="224471" y="45795"/>
                    <a:pt x="195426" y="25532"/>
                    <a:pt x="219075" y="41298"/>
                  </a:cubicBezTo>
                  <a:cubicBezTo>
                    <a:pt x="227055" y="65239"/>
                    <a:pt x="216290" y="35729"/>
                    <a:pt x="228600" y="60348"/>
                  </a:cubicBezTo>
                  <a:cubicBezTo>
                    <a:pt x="230097" y="63341"/>
                    <a:pt x="230278" y="66880"/>
                    <a:pt x="231775" y="69873"/>
                  </a:cubicBezTo>
                  <a:cubicBezTo>
                    <a:pt x="233482" y="73286"/>
                    <a:pt x="236575" y="75911"/>
                    <a:pt x="238125" y="79398"/>
                  </a:cubicBezTo>
                  <a:cubicBezTo>
                    <a:pt x="240843" y="85515"/>
                    <a:pt x="242358" y="92098"/>
                    <a:pt x="244475" y="98448"/>
                  </a:cubicBezTo>
                  <a:lnTo>
                    <a:pt x="247650" y="107973"/>
                  </a:lnTo>
                  <a:cubicBezTo>
                    <a:pt x="246592" y="123848"/>
                    <a:pt x="245983" y="139759"/>
                    <a:pt x="244475" y="155598"/>
                  </a:cubicBezTo>
                  <a:cubicBezTo>
                    <a:pt x="243865" y="162007"/>
                    <a:pt x="242052" y="168255"/>
                    <a:pt x="241300" y="174648"/>
                  </a:cubicBezTo>
                  <a:cubicBezTo>
                    <a:pt x="239928" y="186306"/>
                    <a:pt x="240442" y="215623"/>
                    <a:pt x="231775" y="228623"/>
                  </a:cubicBezTo>
                  <a:lnTo>
                    <a:pt x="219075" y="247673"/>
                  </a:lnTo>
                  <a:cubicBezTo>
                    <a:pt x="216958" y="250848"/>
                    <a:pt x="213932" y="253578"/>
                    <a:pt x="212725" y="257198"/>
                  </a:cubicBezTo>
                  <a:cubicBezTo>
                    <a:pt x="211667" y="260373"/>
                    <a:pt x="211641" y="264110"/>
                    <a:pt x="209550" y="266723"/>
                  </a:cubicBezTo>
                  <a:cubicBezTo>
                    <a:pt x="207166" y="269703"/>
                    <a:pt x="203200" y="270956"/>
                    <a:pt x="200025" y="273073"/>
                  </a:cubicBezTo>
                  <a:cubicBezTo>
                    <a:pt x="185208" y="295298"/>
                    <a:pt x="193675" y="287890"/>
                    <a:pt x="177800" y="298473"/>
                  </a:cubicBezTo>
                  <a:cubicBezTo>
                    <a:pt x="162034" y="322122"/>
                    <a:pt x="182297" y="293077"/>
                    <a:pt x="161925" y="317523"/>
                  </a:cubicBezTo>
                  <a:cubicBezTo>
                    <a:pt x="159482" y="320454"/>
                    <a:pt x="158447" y="324535"/>
                    <a:pt x="155575" y="327048"/>
                  </a:cubicBezTo>
                  <a:cubicBezTo>
                    <a:pt x="149832" y="332074"/>
                    <a:pt x="136525" y="339748"/>
                    <a:pt x="136525" y="339748"/>
                  </a:cubicBezTo>
                  <a:cubicBezTo>
                    <a:pt x="124883" y="357211"/>
                    <a:pt x="136525" y="342394"/>
                    <a:pt x="120650" y="355623"/>
                  </a:cubicBezTo>
                  <a:cubicBezTo>
                    <a:pt x="117201" y="358498"/>
                    <a:pt x="114669" y="362391"/>
                    <a:pt x="111125" y="365148"/>
                  </a:cubicBezTo>
                  <a:cubicBezTo>
                    <a:pt x="105101" y="369833"/>
                    <a:pt x="98425" y="373615"/>
                    <a:pt x="92075" y="377848"/>
                  </a:cubicBezTo>
                  <a:lnTo>
                    <a:pt x="82550" y="384198"/>
                  </a:lnTo>
                  <a:cubicBezTo>
                    <a:pt x="75343" y="395009"/>
                    <a:pt x="78944" y="393831"/>
                    <a:pt x="66675" y="396898"/>
                  </a:cubicBezTo>
                  <a:cubicBezTo>
                    <a:pt x="65648" y="397155"/>
                    <a:pt x="64558" y="396898"/>
                    <a:pt x="63500" y="396898"/>
                  </a:cubicBezTo>
                </a:path>
              </a:pathLst>
            </a:custGeom>
            <a:noFill/>
            <a:ln w="1270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E559EBF-4A2E-D3FC-418F-4F65C0ABA2C5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424737" y="2485231"/>
              <a:ext cx="122237" cy="12223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341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0E1BD10-35D8-6A81-D281-7D842C51E98E}"/>
              </a:ext>
            </a:extLst>
          </p:cNvPr>
          <p:cNvGrpSpPr/>
          <p:nvPr/>
        </p:nvGrpSpPr>
        <p:grpSpPr>
          <a:xfrm>
            <a:off x="4007831" y="2100923"/>
            <a:ext cx="4176337" cy="2292992"/>
            <a:chOff x="4238875" y="2184400"/>
            <a:chExt cx="4176337" cy="2292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D0CFEEC-B66A-3D5F-2830-ABB5EB048135}"/>
                </a:ext>
              </a:extLst>
            </p:cNvPr>
            <p:cNvCxnSpPr/>
            <p:nvPr/>
          </p:nvCxnSpPr>
          <p:spPr>
            <a:xfrm flipH="1">
              <a:off x="6245225" y="2673350"/>
              <a:ext cx="984250" cy="1047750"/>
            </a:xfrm>
            <a:prstGeom prst="line">
              <a:avLst/>
            </a:prstGeom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382405B-4AE1-B772-0AF9-0EF2977B3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5800" y="2489200"/>
              <a:ext cx="1406525" cy="454025"/>
            </a:xfrm>
            <a:prstGeom prst="line">
              <a:avLst/>
            </a:prstGeom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138B270-8E18-12BA-B090-96BEA3635185}"/>
                </a:ext>
              </a:extLst>
            </p:cNvPr>
            <p:cNvCxnSpPr>
              <a:cxnSpLocks/>
            </p:cNvCxnSpPr>
            <p:nvPr/>
          </p:nvCxnSpPr>
          <p:spPr>
            <a:xfrm>
              <a:off x="5613400" y="2339975"/>
              <a:ext cx="415925" cy="1346200"/>
            </a:xfrm>
            <a:prstGeom prst="line">
              <a:avLst/>
            </a:prstGeom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99C7FFA-1767-32EB-B246-66A19DB487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000" y="2943225"/>
              <a:ext cx="812800" cy="817562"/>
            </a:xfrm>
            <a:prstGeom prst="line">
              <a:avLst/>
            </a:prstGeom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F2CD3ED-B16C-5D2D-DF17-1E42582FE3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53000" y="3774433"/>
              <a:ext cx="955675" cy="90488"/>
            </a:xfrm>
            <a:prstGeom prst="line">
              <a:avLst/>
            </a:prstGeom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302F0CE-3765-BA35-70CA-2DD6497981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7075" y="2300288"/>
              <a:ext cx="649538" cy="1460499"/>
            </a:xfrm>
            <a:prstGeom prst="line">
              <a:avLst/>
            </a:prstGeom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6ED438-FCF4-87F2-8F74-42A1F09BC9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19925" y="2184400"/>
              <a:ext cx="404812" cy="115888"/>
            </a:xfrm>
            <a:prstGeom prst="line">
              <a:avLst/>
            </a:prstGeom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0C9DD6A-904A-5BEC-A8D3-CEB2237235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38875" y="3064767"/>
              <a:ext cx="1412625" cy="1412625"/>
            </a:xfrm>
            <a:prstGeom prst="ellipse">
              <a:avLst/>
            </a:prstGeom>
            <a:noFill/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4EE556-114C-784E-B99A-4098F877A1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2587" y="3054474"/>
              <a:ext cx="1412625" cy="1412625"/>
            </a:xfrm>
            <a:prstGeom prst="ellipse">
              <a:avLst/>
            </a:prstGeom>
            <a:noFill/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AB3F2CE-8937-4424-2851-667590C0E6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79474" y="3660632"/>
              <a:ext cx="415925" cy="415925"/>
            </a:xfrm>
            <a:prstGeom prst="ellipse">
              <a:avLst/>
            </a:prstGeom>
            <a:noFill/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854ADE0-905A-8205-1B8A-94E522B970A8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63307" y="3717604"/>
              <a:ext cx="122237" cy="12223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0DBE6F1-9F26-6921-5775-C795CD78418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665494" y="3717604"/>
              <a:ext cx="122237" cy="12223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6436DAB-6AE3-7386-4A55-44268793F2BC}"/>
                </a:ext>
              </a:extLst>
            </p:cNvPr>
            <p:cNvSpPr/>
            <p:nvPr/>
          </p:nvSpPr>
          <p:spPr>
            <a:xfrm>
              <a:off x="5305425" y="2276415"/>
              <a:ext cx="688975" cy="130235"/>
            </a:xfrm>
            <a:custGeom>
              <a:avLst/>
              <a:gdLst>
                <a:gd name="connsiteX0" fmla="*/ 41275 w 688975"/>
                <a:gd name="connsiteY0" fmla="*/ 60 h 130235"/>
                <a:gd name="connsiteX1" fmla="*/ 63500 w 688975"/>
                <a:gd name="connsiteY1" fmla="*/ 3235 h 130235"/>
                <a:gd name="connsiteX2" fmla="*/ 136525 w 688975"/>
                <a:gd name="connsiteY2" fmla="*/ 9585 h 130235"/>
                <a:gd name="connsiteX3" fmla="*/ 155575 w 688975"/>
                <a:gd name="connsiteY3" fmla="*/ 19110 h 130235"/>
                <a:gd name="connsiteX4" fmla="*/ 174625 w 688975"/>
                <a:gd name="connsiteY4" fmla="*/ 25460 h 130235"/>
                <a:gd name="connsiteX5" fmla="*/ 276225 w 688975"/>
                <a:gd name="connsiteY5" fmla="*/ 22285 h 130235"/>
                <a:gd name="connsiteX6" fmla="*/ 288925 w 688975"/>
                <a:gd name="connsiteY6" fmla="*/ 19110 h 130235"/>
                <a:gd name="connsiteX7" fmla="*/ 485775 w 688975"/>
                <a:gd name="connsiteY7" fmla="*/ 15935 h 130235"/>
                <a:gd name="connsiteX8" fmla="*/ 520700 w 688975"/>
                <a:gd name="connsiteY8" fmla="*/ 12760 h 130235"/>
                <a:gd name="connsiteX9" fmla="*/ 552450 w 688975"/>
                <a:gd name="connsiteY9" fmla="*/ 6410 h 130235"/>
                <a:gd name="connsiteX10" fmla="*/ 622300 w 688975"/>
                <a:gd name="connsiteY10" fmla="*/ 9585 h 130235"/>
                <a:gd name="connsiteX11" fmla="*/ 650875 w 688975"/>
                <a:gd name="connsiteY11" fmla="*/ 19110 h 130235"/>
                <a:gd name="connsiteX12" fmla="*/ 679450 w 688975"/>
                <a:gd name="connsiteY12" fmla="*/ 25460 h 130235"/>
                <a:gd name="connsiteX13" fmla="*/ 688975 w 688975"/>
                <a:gd name="connsiteY13" fmla="*/ 44510 h 130235"/>
                <a:gd name="connsiteX14" fmla="*/ 682625 w 688975"/>
                <a:gd name="connsiteY14" fmla="*/ 88960 h 130235"/>
                <a:gd name="connsiteX15" fmla="*/ 676275 w 688975"/>
                <a:gd name="connsiteY15" fmla="*/ 98485 h 130235"/>
                <a:gd name="connsiteX16" fmla="*/ 647700 w 688975"/>
                <a:gd name="connsiteY16" fmla="*/ 111185 h 130235"/>
                <a:gd name="connsiteX17" fmla="*/ 631825 w 688975"/>
                <a:gd name="connsiteY17" fmla="*/ 114360 h 130235"/>
                <a:gd name="connsiteX18" fmla="*/ 542925 w 688975"/>
                <a:gd name="connsiteY18" fmla="*/ 117535 h 130235"/>
                <a:gd name="connsiteX19" fmla="*/ 517525 w 688975"/>
                <a:gd name="connsiteY19" fmla="*/ 114360 h 130235"/>
                <a:gd name="connsiteX20" fmla="*/ 504825 w 688975"/>
                <a:gd name="connsiteY20" fmla="*/ 111185 h 130235"/>
                <a:gd name="connsiteX21" fmla="*/ 469900 w 688975"/>
                <a:gd name="connsiteY21" fmla="*/ 108010 h 130235"/>
                <a:gd name="connsiteX22" fmla="*/ 441325 w 688975"/>
                <a:gd name="connsiteY22" fmla="*/ 104835 h 130235"/>
                <a:gd name="connsiteX23" fmla="*/ 396875 w 688975"/>
                <a:gd name="connsiteY23" fmla="*/ 108010 h 130235"/>
                <a:gd name="connsiteX24" fmla="*/ 384175 w 688975"/>
                <a:gd name="connsiteY24" fmla="*/ 127060 h 130235"/>
                <a:gd name="connsiteX25" fmla="*/ 374650 w 688975"/>
                <a:gd name="connsiteY25" fmla="*/ 130235 h 130235"/>
                <a:gd name="connsiteX26" fmla="*/ 295275 w 688975"/>
                <a:gd name="connsiteY26" fmla="*/ 123885 h 130235"/>
                <a:gd name="connsiteX27" fmla="*/ 260350 w 688975"/>
                <a:gd name="connsiteY27" fmla="*/ 114360 h 130235"/>
                <a:gd name="connsiteX28" fmla="*/ 250825 w 688975"/>
                <a:gd name="connsiteY28" fmla="*/ 108010 h 130235"/>
                <a:gd name="connsiteX29" fmla="*/ 139700 w 688975"/>
                <a:gd name="connsiteY29" fmla="*/ 111185 h 130235"/>
                <a:gd name="connsiteX30" fmla="*/ 107950 w 688975"/>
                <a:gd name="connsiteY30" fmla="*/ 114360 h 130235"/>
                <a:gd name="connsiteX31" fmla="*/ 57150 w 688975"/>
                <a:gd name="connsiteY31" fmla="*/ 111185 h 130235"/>
                <a:gd name="connsiteX32" fmla="*/ 28575 w 688975"/>
                <a:gd name="connsiteY32" fmla="*/ 101660 h 130235"/>
                <a:gd name="connsiteX33" fmla="*/ 19050 w 688975"/>
                <a:gd name="connsiteY33" fmla="*/ 98485 h 130235"/>
                <a:gd name="connsiteX34" fmla="*/ 9525 w 688975"/>
                <a:gd name="connsiteY34" fmla="*/ 92135 h 130235"/>
                <a:gd name="connsiteX35" fmla="*/ 3175 w 688975"/>
                <a:gd name="connsiteY35" fmla="*/ 73085 h 130235"/>
                <a:gd name="connsiteX36" fmla="*/ 0 w 688975"/>
                <a:gd name="connsiteY36" fmla="*/ 63560 h 130235"/>
                <a:gd name="connsiteX37" fmla="*/ 3175 w 688975"/>
                <a:gd name="connsiteY37" fmla="*/ 44510 h 130235"/>
                <a:gd name="connsiteX38" fmla="*/ 12700 w 688975"/>
                <a:gd name="connsiteY38" fmla="*/ 22285 h 130235"/>
                <a:gd name="connsiteX39" fmla="*/ 22225 w 688975"/>
                <a:gd name="connsiteY39" fmla="*/ 15935 h 130235"/>
                <a:gd name="connsiteX40" fmla="*/ 31750 w 688975"/>
                <a:gd name="connsiteY40" fmla="*/ 6410 h 130235"/>
                <a:gd name="connsiteX41" fmla="*/ 41275 w 688975"/>
                <a:gd name="connsiteY41" fmla="*/ 60 h 13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688975" h="130235">
                  <a:moveTo>
                    <a:pt x="41275" y="60"/>
                  </a:moveTo>
                  <a:cubicBezTo>
                    <a:pt x="46567" y="-469"/>
                    <a:pt x="56040" y="2638"/>
                    <a:pt x="63500" y="3235"/>
                  </a:cubicBezTo>
                  <a:cubicBezTo>
                    <a:pt x="99068" y="6080"/>
                    <a:pt x="109569" y="2846"/>
                    <a:pt x="136525" y="9585"/>
                  </a:cubicBezTo>
                  <a:cubicBezTo>
                    <a:pt x="156375" y="14548"/>
                    <a:pt x="135620" y="10241"/>
                    <a:pt x="155575" y="19110"/>
                  </a:cubicBezTo>
                  <a:cubicBezTo>
                    <a:pt x="161692" y="21828"/>
                    <a:pt x="174625" y="25460"/>
                    <a:pt x="174625" y="25460"/>
                  </a:cubicBezTo>
                  <a:cubicBezTo>
                    <a:pt x="208492" y="24402"/>
                    <a:pt x="242394" y="24165"/>
                    <a:pt x="276225" y="22285"/>
                  </a:cubicBezTo>
                  <a:cubicBezTo>
                    <a:pt x="280582" y="22043"/>
                    <a:pt x="284563" y="19242"/>
                    <a:pt x="288925" y="19110"/>
                  </a:cubicBezTo>
                  <a:cubicBezTo>
                    <a:pt x="354520" y="17122"/>
                    <a:pt x="420158" y="16993"/>
                    <a:pt x="485775" y="15935"/>
                  </a:cubicBezTo>
                  <a:cubicBezTo>
                    <a:pt x="497417" y="14877"/>
                    <a:pt x="509128" y="14413"/>
                    <a:pt x="520700" y="12760"/>
                  </a:cubicBezTo>
                  <a:cubicBezTo>
                    <a:pt x="531384" y="11234"/>
                    <a:pt x="552450" y="6410"/>
                    <a:pt x="552450" y="6410"/>
                  </a:cubicBezTo>
                  <a:cubicBezTo>
                    <a:pt x="575733" y="7468"/>
                    <a:pt x="599125" y="7102"/>
                    <a:pt x="622300" y="9585"/>
                  </a:cubicBezTo>
                  <a:cubicBezTo>
                    <a:pt x="648970" y="12442"/>
                    <a:pt x="632778" y="16094"/>
                    <a:pt x="650875" y="19110"/>
                  </a:cubicBezTo>
                  <a:cubicBezTo>
                    <a:pt x="673226" y="22835"/>
                    <a:pt x="663818" y="20249"/>
                    <a:pt x="679450" y="25460"/>
                  </a:cubicBezTo>
                  <a:cubicBezTo>
                    <a:pt x="682661" y="30276"/>
                    <a:pt x="688975" y="37937"/>
                    <a:pt x="688975" y="44510"/>
                  </a:cubicBezTo>
                  <a:cubicBezTo>
                    <a:pt x="688975" y="51811"/>
                    <a:pt x="688501" y="77208"/>
                    <a:pt x="682625" y="88960"/>
                  </a:cubicBezTo>
                  <a:cubicBezTo>
                    <a:pt x="680918" y="92373"/>
                    <a:pt x="678973" y="95787"/>
                    <a:pt x="676275" y="98485"/>
                  </a:cubicBezTo>
                  <a:cubicBezTo>
                    <a:pt x="669624" y="105136"/>
                    <a:pt x="655560" y="109613"/>
                    <a:pt x="647700" y="111185"/>
                  </a:cubicBezTo>
                  <a:cubicBezTo>
                    <a:pt x="642408" y="112243"/>
                    <a:pt x="637212" y="114034"/>
                    <a:pt x="631825" y="114360"/>
                  </a:cubicBezTo>
                  <a:cubicBezTo>
                    <a:pt x="602227" y="116154"/>
                    <a:pt x="572558" y="116477"/>
                    <a:pt x="542925" y="117535"/>
                  </a:cubicBezTo>
                  <a:cubicBezTo>
                    <a:pt x="534458" y="116477"/>
                    <a:pt x="525941" y="115763"/>
                    <a:pt x="517525" y="114360"/>
                  </a:cubicBezTo>
                  <a:cubicBezTo>
                    <a:pt x="513221" y="113643"/>
                    <a:pt x="509150" y="111762"/>
                    <a:pt x="504825" y="111185"/>
                  </a:cubicBezTo>
                  <a:cubicBezTo>
                    <a:pt x="493238" y="109640"/>
                    <a:pt x="481532" y="109173"/>
                    <a:pt x="469900" y="108010"/>
                  </a:cubicBezTo>
                  <a:cubicBezTo>
                    <a:pt x="460364" y="107056"/>
                    <a:pt x="450850" y="105893"/>
                    <a:pt x="441325" y="104835"/>
                  </a:cubicBezTo>
                  <a:lnTo>
                    <a:pt x="396875" y="108010"/>
                  </a:lnTo>
                  <a:cubicBezTo>
                    <a:pt x="389762" y="110776"/>
                    <a:pt x="391415" y="124647"/>
                    <a:pt x="384175" y="127060"/>
                  </a:cubicBezTo>
                  <a:lnTo>
                    <a:pt x="374650" y="130235"/>
                  </a:lnTo>
                  <a:cubicBezTo>
                    <a:pt x="341853" y="119303"/>
                    <a:pt x="376548" y="129905"/>
                    <a:pt x="295275" y="123885"/>
                  </a:cubicBezTo>
                  <a:cubicBezTo>
                    <a:pt x="288566" y="123388"/>
                    <a:pt x="265010" y="117467"/>
                    <a:pt x="260350" y="114360"/>
                  </a:cubicBezTo>
                  <a:lnTo>
                    <a:pt x="250825" y="108010"/>
                  </a:lnTo>
                  <a:lnTo>
                    <a:pt x="139700" y="111185"/>
                  </a:lnTo>
                  <a:cubicBezTo>
                    <a:pt x="129074" y="111657"/>
                    <a:pt x="118586" y="114360"/>
                    <a:pt x="107950" y="114360"/>
                  </a:cubicBezTo>
                  <a:cubicBezTo>
                    <a:pt x="90984" y="114360"/>
                    <a:pt x="74083" y="112243"/>
                    <a:pt x="57150" y="111185"/>
                  </a:cubicBezTo>
                  <a:lnTo>
                    <a:pt x="28575" y="101660"/>
                  </a:lnTo>
                  <a:cubicBezTo>
                    <a:pt x="25400" y="100602"/>
                    <a:pt x="21835" y="100341"/>
                    <a:pt x="19050" y="98485"/>
                  </a:cubicBezTo>
                  <a:lnTo>
                    <a:pt x="9525" y="92135"/>
                  </a:lnTo>
                  <a:lnTo>
                    <a:pt x="3175" y="73085"/>
                  </a:lnTo>
                  <a:lnTo>
                    <a:pt x="0" y="63560"/>
                  </a:lnTo>
                  <a:cubicBezTo>
                    <a:pt x="1058" y="57210"/>
                    <a:pt x="1912" y="50823"/>
                    <a:pt x="3175" y="44510"/>
                  </a:cubicBezTo>
                  <a:cubicBezTo>
                    <a:pt x="4997" y="35402"/>
                    <a:pt x="5922" y="29063"/>
                    <a:pt x="12700" y="22285"/>
                  </a:cubicBezTo>
                  <a:cubicBezTo>
                    <a:pt x="15398" y="19587"/>
                    <a:pt x="19294" y="18378"/>
                    <a:pt x="22225" y="15935"/>
                  </a:cubicBezTo>
                  <a:cubicBezTo>
                    <a:pt x="25674" y="13060"/>
                    <a:pt x="27375" y="7420"/>
                    <a:pt x="31750" y="6410"/>
                  </a:cubicBezTo>
                  <a:cubicBezTo>
                    <a:pt x="42062" y="4030"/>
                    <a:pt x="35983" y="589"/>
                    <a:pt x="41275" y="6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B88B9A7-60C0-8A1C-2FB6-34ADD833E07E}"/>
                </a:ext>
              </a:extLst>
            </p:cNvPr>
            <p:cNvSpPr/>
            <p:nvPr/>
          </p:nvSpPr>
          <p:spPr>
            <a:xfrm>
              <a:off x="7424737" y="2184400"/>
              <a:ext cx="240756" cy="361950"/>
            </a:xfrm>
            <a:custGeom>
              <a:avLst/>
              <a:gdLst>
                <a:gd name="connsiteX0" fmla="*/ 0 w 247650"/>
                <a:gd name="connsiteY0" fmla="*/ 9548 h 397012"/>
                <a:gd name="connsiteX1" fmla="*/ 22225 w 247650"/>
                <a:gd name="connsiteY1" fmla="*/ 6373 h 397012"/>
                <a:gd name="connsiteX2" fmla="*/ 31750 w 247650"/>
                <a:gd name="connsiteY2" fmla="*/ 3198 h 397012"/>
                <a:gd name="connsiteX3" fmla="*/ 44450 w 247650"/>
                <a:gd name="connsiteY3" fmla="*/ 23 h 397012"/>
                <a:gd name="connsiteX4" fmla="*/ 152400 w 247650"/>
                <a:gd name="connsiteY4" fmla="*/ 6373 h 397012"/>
                <a:gd name="connsiteX5" fmla="*/ 171450 w 247650"/>
                <a:gd name="connsiteY5" fmla="*/ 12723 h 397012"/>
                <a:gd name="connsiteX6" fmla="*/ 180975 w 247650"/>
                <a:gd name="connsiteY6" fmla="*/ 15898 h 397012"/>
                <a:gd name="connsiteX7" fmla="*/ 190500 w 247650"/>
                <a:gd name="connsiteY7" fmla="*/ 19073 h 397012"/>
                <a:gd name="connsiteX8" fmla="*/ 200025 w 247650"/>
                <a:gd name="connsiteY8" fmla="*/ 25423 h 397012"/>
                <a:gd name="connsiteX9" fmla="*/ 219075 w 247650"/>
                <a:gd name="connsiteY9" fmla="*/ 41298 h 397012"/>
                <a:gd name="connsiteX10" fmla="*/ 228600 w 247650"/>
                <a:gd name="connsiteY10" fmla="*/ 60348 h 397012"/>
                <a:gd name="connsiteX11" fmla="*/ 231775 w 247650"/>
                <a:gd name="connsiteY11" fmla="*/ 69873 h 397012"/>
                <a:gd name="connsiteX12" fmla="*/ 238125 w 247650"/>
                <a:gd name="connsiteY12" fmla="*/ 79398 h 397012"/>
                <a:gd name="connsiteX13" fmla="*/ 244475 w 247650"/>
                <a:gd name="connsiteY13" fmla="*/ 98448 h 397012"/>
                <a:gd name="connsiteX14" fmla="*/ 247650 w 247650"/>
                <a:gd name="connsiteY14" fmla="*/ 107973 h 397012"/>
                <a:gd name="connsiteX15" fmla="*/ 244475 w 247650"/>
                <a:gd name="connsiteY15" fmla="*/ 155598 h 397012"/>
                <a:gd name="connsiteX16" fmla="*/ 241300 w 247650"/>
                <a:gd name="connsiteY16" fmla="*/ 174648 h 397012"/>
                <a:gd name="connsiteX17" fmla="*/ 231775 w 247650"/>
                <a:gd name="connsiteY17" fmla="*/ 228623 h 397012"/>
                <a:gd name="connsiteX18" fmla="*/ 219075 w 247650"/>
                <a:gd name="connsiteY18" fmla="*/ 247673 h 397012"/>
                <a:gd name="connsiteX19" fmla="*/ 212725 w 247650"/>
                <a:gd name="connsiteY19" fmla="*/ 257198 h 397012"/>
                <a:gd name="connsiteX20" fmla="*/ 209550 w 247650"/>
                <a:gd name="connsiteY20" fmla="*/ 266723 h 397012"/>
                <a:gd name="connsiteX21" fmla="*/ 200025 w 247650"/>
                <a:gd name="connsiteY21" fmla="*/ 273073 h 397012"/>
                <a:gd name="connsiteX22" fmla="*/ 177800 w 247650"/>
                <a:gd name="connsiteY22" fmla="*/ 298473 h 397012"/>
                <a:gd name="connsiteX23" fmla="*/ 161925 w 247650"/>
                <a:gd name="connsiteY23" fmla="*/ 317523 h 397012"/>
                <a:gd name="connsiteX24" fmla="*/ 155575 w 247650"/>
                <a:gd name="connsiteY24" fmla="*/ 327048 h 397012"/>
                <a:gd name="connsiteX25" fmla="*/ 136525 w 247650"/>
                <a:gd name="connsiteY25" fmla="*/ 339748 h 397012"/>
                <a:gd name="connsiteX26" fmla="*/ 120650 w 247650"/>
                <a:gd name="connsiteY26" fmla="*/ 355623 h 397012"/>
                <a:gd name="connsiteX27" fmla="*/ 111125 w 247650"/>
                <a:gd name="connsiteY27" fmla="*/ 365148 h 397012"/>
                <a:gd name="connsiteX28" fmla="*/ 92075 w 247650"/>
                <a:gd name="connsiteY28" fmla="*/ 377848 h 397012"/>
                <a:gd name="connsiteX29" fmla="*/ 82550 w 247650"/>
                <a:gd name="connsiteY29" fmla="*/ 384198 h 397012"/>
                <a:gd name="connsiteX30" fmla="*/ 66675 w 247650"/>
                <a:gd name="connsiteY30" fmla="*/ 396898 h 397012"/>
                <a:gd name="connsiteX31" fmla="*/ 63500 w 247650"/>
                <a:gd name="connsiteY31" fmla="*/ 396898 h 39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47650" h="397012">
                  <a:moveTo>
                    <a:pt x="0" y="9548"/>
                  </a:moveTo>
                  <a:cubicBezTo>
                    <a:pt x="7408" y="8490"/>
                    <a:pt x="14887" y="7841"/>
                    <a:pt x="22225" y="6373"/>
                  </a:cubicBezTo>
                  <a:cubicBezTo>
                    <a:pt x="25507" y="5717"/>
                    <a:pt x="28532" y="4117"/>
                    <a:pt x="31750" y="3198"/>
                  </a:cubicBezTo>
                  <a:cubicBezTo>
                    <a:pt x="35946" y="1999"/>
                    <a:pt x="40217" y="1081"/>
                    <a:pt x="44450" y="23"/>
                  </a:cubicBezTo>
                  <a:cubicBezTo>
                    <a:pt x="62028" y="629"/>
                    <a:pt x="120450" y="-2341"/>
                    <a:pt x="152400" y="6373"/>
                  </a:cubicBezTo>
                  <a:cubicBezTo>
                    <a:pt x="158858" y="8134"/>
                    <a:pt x="165100" y="10606"/>
                    <a:pt x="171450" y="12723"/>
                  </a:cubicBezTo>
                  <a:lnTo>
                    <a:pt x="180975" y="15898"/>
                  </a:lnTo>
                  <a:cubicBezTo>
                    <a:pt x="184150" y="16956"/>
                    <a:pt x="187715" y="17217"/>
                    <a:pt x="190500" y="19073"/>
                  </a:cubicBezTo>
                  <a:cubicBezTo>
                    <a:pt x="193675" y="21190"/>
                    <a:pt x="197094" y="22980"/>
                    <a:pt x="200025" y="25423"/>
                  </a:cubicBezTo>
                  <a:cubicBezTo>
                    <a:pt x="224471" y="45795"/>
                    <a:pt x="195426" y="25532"/>
                    <a:pt x="219075" y="41298"/>
                  </a:cubicBezTo>
                  <a:cubicBezTo>
                    <a:pt x="227055" y="65239"/>
                    <a:pt x="216290" y="35729"/>
                    <a:pt x="228600" y="60348"/>
                  </a:cubicBezTo>
                  <a:cubicBezTo>
                    <a:pt x="230097" y="63341"/>
                    <a:pt x="230278" y="66880"/>
                    <a:pt x="231775" y="69873"/>
                  </a:cubicBezTo>
                  <a:cubicBezTo>
                    <a:pt x="233482" y="73286"/>
                    <a:pt x="236575" y="75911"/>
                    <a:pt x="238125" y="79398"/>
                  </a:cubicBezTo>
                  <a:cubicBezTo>
                    <a:pt x="240843" y="85515"/>
                    <a:pt x="242358" y="92098"/>
                    <a:pt x="244475" y="98448"/>
                  </a:cubicBezTo>
                  <a:lnTo>
                    <a:pt x="247650" y="107973"/>
                  </a:lnTo>
                  <a:cubicBezTo>
                    <a:pt x="246592" y="123848"/>
                    <a:pt x="245983" y="139759"/>
                    <a:pt x="244475" y="155598"/>
                  </a:cubicBezTo>
                  <a:cubicBezTo>
                    <a:pt x="243865" y="162007"/>
                    <a:pt x="242052" y="168255"/>
                    <a:pt x="241300" y="174648"/>
                  </a:cubicBezTo>
                  <a:cubicBezTo>
                    <a:pt x="239928" y="186306"/>
                    <a:pt x="240442" y="215623"/>
                    <a:pt x="231775" y="228623"/>
                  </a:cubicBezTo>
                  <a:lnTo>
                    <a:pt x="219075" y="247673"/>
                  </a:lnTo>
                  <a:cubicBezTo>
                    <a:pt x="216958" y="250848"/>
                    <a:pt x="213932" y="253578"/>
                    <a:pt x="212725" y="257198"/>
                  </a:cubicBezTo>
                  <a:cubicBezTo>
                    <a:pt x="211667" y="260373"/>
                    <a:pt x="211641" y="264110"/>
                    <a:pt x="209550" y="266723"/>
                  </a:cubicBezTo>
                  <a:cubicBezTo>
                    <a:pt x="207166" y="269703"/>
                    <a:pt x="203200" y="270956"/>
                    <a:pt x="200025" y="273073"/>
                  </a:cubicBezTo>
                  <a:cubicBezTo>
                    <a:pt x="185208" y="295298"/>
                    <a:pt x="193675" y="287890"/>
                    <a:pt x="177800" y="298473"/>
                  </a:cubicBezTo>
                  <a:cubicBezTo>
                    <a:pt x="162034" y="322122"/>
                    <a:pt x="182297" y="293077"/>
                    <a:pt x="161925" y="317523"/>
                  </a:cubicBezTo>
                  <a:cubicBezTo>
                    <a:pt x="159482" y="320454"/>
                    <a:pt x="158447" y="324535"/>
                    <a:pt x="155575" y="327048"/>
                  </a:cubicBezTo>
                  <a:cubicBezTo>
                    <a:pt x="149832" y="332074"/>
                    <a:pt x="136525" y="339748"/>
                    <a:pt x="136525" y="339748"/>
                  </a:cubicBezTo>
                  <a:cubicBezTo>
                    <a:pt x="124883" y="357211"/>
                    <a:pt x="136525" y="342394"/>
                    <a:pt x="120650" y="355623"/>
                  </a:cubicBezTo>
                  <a:cubicBezTo>
                    <a:pt x="117201" y="358498"/>
                    <a:pt x="114669" y="362391"/>
                    <a:pt x="111125" y="365148"/>
                  </a:cubicBezTo>
                  <a:cubicBezTo>
                    <a:pt x="105101" y="369833"/>
                    <a:pt x="98425" y="373615"/>
                    <a:pt x="92075" y="377848"/>
                  </a:cubicBezTo>
                  <a:lnTo>
                    <a:pt x="82550" y="384198"/>
                  </a:lnTo>
                  <a:cubicBezTo>
                    <a:pt x="75343" y="395009"/>
                    <a:pt x="78944" y="393831"/>
                    <a:pt x="66675" y="396898"/>
                  </a:cubicBezTo>
                  <a:cubicBezTo>
                    <a:pt x="65648" y="397155"/>
                    <a:pt x="64558" y="396898"/>
                    <a:pt x="63500" y="396898"/>
                  </a:cubicBezTo>
                </a:path>
              </a:pathLst>
            </a:custGeom>
            <a:noFill/>
            <a:ln w="1270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AB2867E-AFFD-691F-1BAC-A2388B26691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424737" y="2485231"/>
              <a:ext cx="122237" cy="12223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96593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</Words>
  <Application>Microsoft Macintosh PowerPoint</Application>
  <PresentationFormat>Widescreen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derry</dc:creator>
  <cp:lastModifiedBy>JONATHAN derry</cp:lastModifiedBy>
  <cp:revision>2</cp:revision>
  <dcterms:created xsi:type="dcterms:W3CDTF">2025-07-21T16:17:30Z</dcterms:created>
  <dcterms:modified xsi:type="dcterms:W3CDTF">2025-07-21T16:38:30Z</dcterms:modified>
</cp:coreProperties>
</file>